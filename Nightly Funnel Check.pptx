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0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Riley" userId="ea4d9f1b3da1423e" providerId="LiveId" clId="{A60DFE58-CA15-4320-B78A-6E1771B451DA}"/>
    <pc:docChg chg="custSel modSld">
      <pc:chgData name="Eric Riley" userId="ea4d9f1b3da1423e" providerId="LiveId" clId="{A60DFE58-CA15-4320-B78A-6E1771B451DA}" dt="2026-10-02T02:23:47.315" v="3" actId="207"/>
      <pc:docMkLst>
        <pc:docMk/>
      </pc:docMkLst>
      <pc:sldChg chg="modSp mod">
        <pc:chgData name="Eric Riley" userId="ea4d9f1b3da1423e" providerId="LiveId" clId="{A60DFE58-CA15-4320-B78A-6E1771B451DA}" dt="2026-10-02T02:23:47.315" v="3" actId="207"/>
        <pc:sldMkLst>
          <pc:docMk/>
          <pc:sldMk cId="0" sldId="260"/>
        </pc:sldMkLst>
        <pc:graphicFrameChg chg="modGraphic">
          <ac:chgData name="Eric Riley" userId="ea4d9f1b3da1423e" providerId="LiveId" clId="{A60DFE58-CA15-4320-B78A-6E1771B451DA}" dt="2026-10-02T02:23:47.315" v="3" actId="20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Eric Riley" userId="ea4d9f1b3da1423e" providerId="LiveId" clId="{A60DFE58-CA15-4320-B78A-6E1771B451DA}" dt="2026-10-02T02:23:40.564" v="2" actId="207"/>
        <pc:sldMkLst>
          <pc:docMk/>
          <pc:sldMk cId="0" sldId="262"/>
        </pc:sldMkLst>
        <pc:graphicFrameChg chg="modGraphic">
          <ac:chgData name="Eric Riley" userId="ea4d9f1b3da1423e" providerId="LiveId" clId="{A60DFE58-CA15-4320-B78A-6E1771B451DA}" dt="2026-10-02T02:23:40.564" v="2" actId="207"/>
          <ac:graphicFrameMkLst>
            <pc:docMk/>
            <pc:sldMk cId="0" sldId="262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92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of the funnel story. Part 1 found a silent loss once. This deck shows how the same checks run every night, so the next silent loss is caught the next morning instead of months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pizza slide: the business never knew the pizza didn't come. The fix is not a smarter person checking more reports. It's a check that runs on its own and tells someone when tonight looks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BEFORE PRESENTING: the step order assumes generate.py, then validate.py, then predictive_gap.py, then monitor.py. Adjust to what actually calls what in the code. In the demo, generate.py simulates the day's data; in a real deployment that step would load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BEFORE PRESENTING: confirm the drift check matches monitor.py (PSI and KS tests) and the data rules match validate.py.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no silent failures, including our own. A failed test gets its own code because retrying it three times just fails three times: the data or the result won't change on a rerun. CHECK BEFORE PRESENTING: make sure the exit codes here match what the scripts actually return (sys.exit values). The retry counts are an example scheduler setting, not something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pause on. The funnel can't go quiet again without someone hearing about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BEFORE PRESENTING: fill in what diagnose.py does, and confirm each file's job and which script the scheduler should call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slide 6 in the Read Me deck. With a flat Beta(1,1) prior, each issuance rate's posterior is Beta(1 + issued, 1 + not issued). Draw a rate, then draw how many of the 1,074 trapped applications would issue. Under "no difference," none of 40,000 draws gets down to 768. Under "trap has its own rate," 90% of draws land between about 733 and 802.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BEFORE PRESENTING: this is the pattern, not necessarily the exact code in your scripts. If your scripts use different exit codes or don't define a TestFailure error yet, either update the code to match or update this slide and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0" y="292100"/>
            <a:ext cx="107950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11200" y="1023541"/>
            <a:ext cx="10668000" cy="502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0" y="292100"/>
            <a:ext cx="1079500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711200" y="1023541"/>
            <a:ext cx="10668000" cy="502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58750"/>
            <a:ext cx="11874500" cy="65405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16000" y="1960463"/>
            <a:ext cx="1046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Evaluation Framework · Part 2</a:t>
            </a:r>
            <a:endParaRPr lang="en-US" sz="16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1016000" y="2473523"/>
            <a:ext cx="9483725" cy="1342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184"/>
              </a:lnSpc>
              <a:buNone/>
            </a:pPr>
            <a:r>
              <a:rPr lang="en-US" sz="4800" b="1" i="0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one-time finding to a nightly check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16000" y="4018756"/>
            <a:ext cx="85026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issuance funnel from going silent again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6000" y="4577556"/>
            <a:ext cx="10464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Riley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16000" y="60350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this project is synthetic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123950"/>
            <a:ext cx="11874500" cy="55753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292100"/>
            <a:ext cx="111188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monitor at all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1200" y="1524000"/>
            <a:ext cx="10137775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the trap once. Nothing would have caught the next one.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11200" y="2705100"/>
            <a:ext cx="104648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r>
              <a:rPr lang="en-US" sz="1800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loss was silent. No error, no complaint, no flag on any report. Only a one-time investigation found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1200" y="3649861"/>
            <a:ext cx="104648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changes:</a:t>
            </a:r>
            <a:r>
              <a:rPr lang="en-US" sz="1800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tests that found the trap are code. Code can run on a schedule and speak up the next morning.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123950"/>
            <a:ext cx="11874500" cy="55753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292100"/>
            <a:ext cx="111188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each night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1200" y="1524000"/>
            <a:ext cx="10464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start to finish,</a:t>
            </a:r>
            <a:r>
              <a:rPr lang="en-US" sz="1800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anyone gets to work.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1200" y="2250380"/>
            <a:ext cx="1767780" cy="1412677"/>
          </a:xfrm>
          <a:prstGeom prst="roundRect">
            <a:avLst>
              <a:gd name="adj" fmla="val 5394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9000" y="2428180"/>
            <a:ext cx="14629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 a.m.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9000" y="2791321"/>
            <a:ext cx="146298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D5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starts the job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80580" y="2778919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42530" y="2256730"/>
            <a:ext cx="1780580" cy="1399977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A1B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26680" y="2440880"/>
            <a:ext cx="14630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26680" y="2804021"/>
            <a:ext cx="146308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day's counts at each stage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31060" y="2778919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93010" y="2256730"/>
            <a:ext cx="1780480" cy="1399977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A1B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77160" y="2440880"/>
            <a:ext cx="14629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77160" y="2804021"/>
            <a:ext cx="146298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data adds 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1441" y="2778919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43391" y="2256730"/>
            <a:ext cx="1780580" cy="1399977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A1B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27541" y="2440880"/>
            <a:ext cx="14630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7541" y="2804021"/>
            <a:ext cx="1463080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issuance to what the funnel predicts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31920" y="2778919"/>
            <a:ext cx="304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93870" y="2256730"/>
            <a:ext cx="1780580" cy="1399977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720C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78020" y="2440880"/>
            <a:ext cx="146308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20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878020" y="2804021"/>
            <a:ext cx="146308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drift, save the night's 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1200" y="4069457"/>
            <a:ext cx="10464800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either finishes cleanly or stops with a clear reason. </a:t>
            </a:r>
            <a:r>
              <a:rPr lang="en-US" sz="1800" b="1" dirty="0">
                <a:solidFill>
                  <a:srgbClr val="720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fails quietly.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950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123950"/>
            <a:ext cx="11874500" cy="55753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292100"/>
            <a:ext cx="111188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questions, asked every night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7550" y="1530350"/>
            <a:ext cx="3441700" cy="2384921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A1B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7900" y="1790700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data add up?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77900" y="2207220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has data, and no stage has more people than the one before it.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7900" y="3134320"/>
            <a:ext cx="300863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</a:t>
            </a: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broken feeds, missing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5150" y="1530350"/>
            <a:ext cx="3441700" cy="2384921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A1B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35500" y="1790700"/>
            <a:ext cx="300863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tonight look normal?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635500" y="2207220"/>
            <a:ext cx="30086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stage-to-stage rates are compared with history (drift checks).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5500" y="2867620"/>
            <a:ext cx="300863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</a:t>
            </a: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shifts in who arrives or how they move through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32750" y="1530350"/>
            <a:ext cx="3441700" cy="2384921"/>
          </a:xfrm>
          <a:prstGeom prst="roundRect">
            <a:avLst>
              <a:gd name="adj" fmla="val 2929"/>
            </a:avLst>
          </a:prstGeom>
          <a:solidFill>
            <a:srgbClr val="FFFFFF"/>
          </a:solidFill>
          <a:ln w="12700">
            <a:solidFill>
              <a:srgbClr val="720C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93100" y="1790700"/>
            <a:ext cx="300863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20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issuance land where it should?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93100" y="2496741"/>
            <a:ext cx="300863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expected range of issued policies and flags a night outside it.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93100" y="3423841"/>
            <a:ext cx="300863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20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Catches:</a:t>
            </a:r>
            <a:r>
              <a:rPr lang="en-US" sz="1300" dirty="0">
                <a:solidFill>
                  <a:srgbClr val="720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new silent leak, like the trap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1200" y="4226421"/>
            <a:ext cx="10464800" cy="316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question is the same test that found the trap in Part 1, now run every night.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950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123950"/>
            <a:ext cx="11874500" cy="55753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292100"/>
            <a:ext cx="111188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breaks, it says so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1200" y="1473200"/>
            <a:ext cx="104648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ends with one number,</a:t>
            </a:r>
            <a:r>
              <a:rPr lang="en-US" sz="1700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the scheduler acts on it.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83821"/>
              </p:ext>
            </p:extLst>
          </p:nvPr>
        </p:nvGraphicFramePr>
        <p:xfrm>
          <a:off x="723900" y="2042120"/>
          <a:ext cx="10756899" cy="2356644"/>
        </p:xfrm>
        <a:graphic>
          <a:graphicData uri="http://schemas.openxmlformats.org/drawingml/2006/table">
            <a:tbl>
              <a:tblPr/>
              <a:tblGrid>
                <a:gridCol w="3585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5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5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code</a:t>
                      </a:r>
                      <a:endParaRPr lang="en-US" sz="14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next</a:t>
                      </a:r>
                      <a:endParaRPr lang="en-US" sz="14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74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Finished cleanly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the report, log success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58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Temporary problem, such as a file not ready 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and retry, for example 3 tries, 15 minutes apart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58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20C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test fails, such as bad data or issuance outside the expected range</a:t>
                      </a:r>
                      <a:endParaRPr lang="en-US" sz="14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retry. Alert a person right away</a:t>
                      </a:r>
                      <a:endParaRPr lang="en-US" sz="1400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7550" y="4659114"/>
            <a:ext cx="5270500" cy="110609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A1B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52500" y="4843264"/>
            <a:ext cx="4944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live in the scheduler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52500" y="5135364"/>
            <a:ext cx="4944618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code only reports what happened. The scheduler decides whether to try again.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03950" y="4659114"/>
            <a:ext cx="5270500" cy="1106091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A1B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38900" y="4843264"/>
            <a:ext cx="4944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rerun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38900" y="5135364"/>
            <a:ext cx="4944618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night writes one dated report. A rerun replaces it, so nothing is counted twice.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950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123950"/>
            <a:ext cx="11874500" cy="55753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292100"/>
            <a:ext cx="111188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business gets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17550" y="2450505"/>
            <a:ext cx="5168900" cy="1808460"/>
          </a:xfrm>
          <a:prstGeom prst="roundRect">
            <a:avLst>
              <a:gd name="adj" fmla="val 3862"/>
            </a:avLst>
          </a:prstGeom>
          <a:noFill/>
          <a:ln w="12700">
            <a:solidFill>
              <a:srgbClr val="A1B1B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7900" y="2710855"/>
            <a:ext cx="47876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7900" y="3122315"/>
            <a:ext cx="4787646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loss found only by a one-time investigation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305550" y="2450505"/>
            <a:ext cx="5168900" cy="1808460"/>
          </a:xfrm>
          <a:prstGeom prst="roundRect">
            <a:avLst>
              <a:gd name="adj" fmla="val 3862"/>
            </a:avLst>
          </a:prstGeom>
          <a:noFill/>
          <a:ln w="12700">
            <a:solidFill>
              <a:srgbClr val="720C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65900" y="2710855"/>
            <a:ext cx="47876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20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65900" y="3122315"/>
            <a:ext cx="4787646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on someone's desk the next morning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200" y="4671715"/>
            <a:ext cx="10464800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b="1" dirty="0">
                <a:solidFill>
                  <a:srgbClr val="720C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was a silent failure. Part 2 is built to fail loudly.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950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123950"/>
            <a:ext cx="11874500" cy="55753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292100"/>
            <a:ext cx="111188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files and schedule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793863"/>
              </p:ext>
            </p:extLst>
          </p:nvPr>
        </p:nvGraphicFramePr>
        <p:xfrm>
          <a:off x="723900" y="1485900"/>
          <a:ext cx="5575300" cy="3169440"/>
        </p:xfrm>
        <a:graphic>
          <a:graphicData uri="http://schemas.openxmlformats.org/drawingml/2006/table">
            <a:tbl>
              <a:tblPr/>
              <a:tblGrid>
                <a:gridCol w="278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</a:t>
                      </a:r>
                      <a:endParaRPr lang="en-US" sz="13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 (or load) the night's 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data adds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predictive_gap.py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range of issued policies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[what it does]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checks, nightly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Two-explanation simulation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8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make_figure.py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76200" marB="762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04000" y="1473200"/>
            <a:ext cx="502310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8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schedule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04000" y="1843980"/>
            <a:ext cx="4876800" cy="1127720"/>
          </a:xfrm>
          <a:prstGeom prst="roundRect">
            <a:avLst>
              <a:gd name="adj" fmla="val 6757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07200" y="2047180"/>
            <a:ext cx="4604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every night at 2:00 a.m.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07200" y="2311301"/>
            <a:ext cx="460451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2 * * * cd /opt/funnel-ppc &amp;&amp; python monitor.py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04000" y="3098701"/>
            <a:ext cx="5023104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Windows, Task Scheduler does the same job. On a data platform, a tool like Airflow would.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12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 · github.com/ericrileymsbseegit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950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123950"/>
            <a:ext cx="11874500" cy="55753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292100"/>
            <a:ext cx="111188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A: the two-explanation simulation (trap.py)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1200" y="1346200"/>
            <a:ext cx="10769600" cy="4400649"/>
          </a:xfrm>
          <a:prstGeom prst="roundRect">
            <a:avLst>
              <a:gd name="adj" fmla="val 1732"/>
            </a:avLst>
          </a:prstGeom>
          <a:solidFill>
            <a:srgbClr val="14213D"/>
          </a:solidFill>
          <a:ln/>
        </p:spPr>
        <p:txBody>
          <a:bodyPr wrap="square" lIns="206282" tIns="155482" rIns="0" bIns="130082" rtlCol="0" anchor="t">
            <a:normAutofit/>
          </a:bodyPr>
          <a:lstStyle/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numpy as np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rng = np.random.default_rng(42)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 = 40_000                     </a:t>
            </a: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simulated months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k_C, n_C = 3348, 3833          </a:t>
            </a: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clean path: issued, reached App Complete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k_T, n_T = 768, 1074           </a:t>
            </a: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trapped path: issued, reached App Complete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N_T, actual = 1074, 768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Beta(1,1) prior, so each issuance rate has a Beta posterior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p_null = rng.beta(1 + k_C, 1 + n_C - k_C, S)  </a:t>
            </a: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trap makes no difference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p_trap = rng.beta(1 + k_T, 1 + n_T - k_T, S)  </a:t>
            </a: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trap has its own rate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Posterior predictive: policies issued to trapped applications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y_null = rng.binomial(N_T, p_null)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y_trap = rng.binomial(N_T, p_trap)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print("no-difference mean:", round(y_null.mean()))                </a:t>
            </a: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about 938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print("share of draws &lt;= actual:", (y_null &lt;= actual).mean())  </a:t>
            </a:r>
            <a:r>
              <a:rPr lang="en-US" sz="1155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0.0</a:t>
            </a:r>
            <a:endParaRPr lang="en-US" sz="1155" dirty="0"/>
          </a:p>
          <a:p>
            <a:pPr marL="0" indent="0" algn="l">
              <a:lnSpc>
                <a:spcPts val="1594"/>
              </a:lnSpc>
              <a:buNone/>
            </a:pPr>
            <a:r>
              <a:rPr lang="en-US" sz="1155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print("trap-model 90% interval:", np.percentile(y_trap, [5, 95]))</a:t>
            </a:r>
            <a:endParaRPr lang="en-US" sz="1155" dirty="0"/>
          </a:p>
        </p:txBody>
      </p:sp>
      <p:sp>
        <p:nvSpPr>
          <p:cNvPr id="6" name="Text 4"/>
          <p:cNvSpPr/>
          <p:nvPr/>
        </p:nvSpPr>
        <p:spPr>
          <a:xfrm>
            <a:off x="711200" y="5873849"/>
            <a:ext cx="11092688" cy="247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4"/>
              </a:lnSpc>
              <a:buNone/>
            </a:pPr>
            <a:r>
              <a:rPr lang="en-US" sz="1268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code omitted here. The full file is in the repository. All counts are synthetic.</a:t>
            </a:r>
            <a:endParaRPr lang="en-US" sz="1268" dirty="0"/>
          </a:p>
        </p:txBody>
      </p:sp>
      <p:sp>
        <p:nvSpPr>
          <p:cNvPr id="7" name="Text 5"/>
          <p:cNvSpPr/>
          <p:nvPr/>
        </p:nvSpPr>
        <p:spPr>
          <a:xfrm>
            <a:off x="10795000" y="62890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8750" y="1123950"/>
            <a:ext cx="11874500" cy="5575300"/>
          </a:xfrm>
          <a:prstGeom prst="rect">
            <a:avLst/>
          </a:prstGeom>
          <a:noFill/>
          <a:ln w="12700">
            <a:solidFill>
              <a:srgbClr val="1239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711200" y="292100"/>
            <a:ext cx="111188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B: how the nightly job reports success or failure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1200" y="1346200"/>
            <a:ext cx="10769600" cy="4140002"/>
          </a:xfrm>
          <a:prstGeom prst="roundRect">
            <a:avLst>
              <a:gd name="adj" fmla="val 1841"/>
            </a:avLst>
          </a:prstGeom>
          <a:solidFill>
            <a:srgbClr val="14213D"/>
          </a:solidFill>
          <a:ln/>
        </p:spPr>
        <p:txBody>
          <a:bodyPr wrap="square" lIns="206282" tIns="155482" rIns="0" bIns="130082" rtlCol="0" anchor="t">
            <a:normAutofit/>
          </a:bodyPr>
          <a:lstStyle/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sys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TestFailure(Exception):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"""A nightly test failed: bad data, or issuance outside the expected range."""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main():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try: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run_pipeline()                    </a:t>
            </a:r>
            <a:r>
              <a:rPr lang="en-US" sz="1200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generate, validate, check, report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except TestFailure as e: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print(f"TEST FAILED: {e}", file=sys.stderr)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sys.exit(2)                       </a:t>
            </a:r>
            <a:r>
              <a:rPr lang="en-US" sz="1200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no retry: alert a person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except Exception as e: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print(f"ERROR: {e}", file=sys.stderr)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sys.exit(1)                       </a:t>
            </a:r>
            <a:r>
              <a:rPr lang="en-US" sz="1200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temporary problem: scheduler may retry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sys.exit(0)                           </a:t>
            </a:r>
            <a:r>
              <a:rPr lang="en-US" sz="1200" dirty="0">
                <a:solidFill>
                  <a:srgbClr val="A1B1B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finished cleanly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__name__ == "__main__":</a:t>
            </a:r>
            <a:endParaRPr lang="en-US" sz="1200" dirty="0"/>
          </a:p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main()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200" y="5613202"/>
            <a:ext cx="110926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behind slide 5. The exit codes in the repository's scripts should match this table.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95000" y="62890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9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htly Funnel Check">
  <a:themeElements>
    <a:clrScheme name="Nightly Funnel Check">
      <a:dk1>
        <a:srgbClr val="12395B"/>
      </a:dk1>
      <a:lt1>
        <a:srgbClr val="FFFFFF"/>
      </a:lt1>
      <a:dk2>
        <a:srgbClr val="4D6B84"/>
      </a:dk2>
      <a:lt2>
        <a:srgbClr val="E7EBEF"/>
      </a:lt2>
      <a:accent1>
        <a:srgbClr val="496A7A"/>
      </a:accent1>
      <a:accent2>
        <a:srgbClr val="14213D"/>
      </a:accent2>
      <a:accent3>
        <a:srgbClr val="086B94"/>
      </a:accent3>
      <a:accent4>
        <a:srgbClr val="720C27"/>
      </a:accent4>
      <a:accent5>
        <a:srgbClr val="D5DEE7"/>
      </a:accent5>
      <a:accent6>
        <a:srgbClr val="A1B1BC"/>
      </a:accent6>
      <a:hlink>
        <a:srgbClr val="0563C1"/>
      </a:hlink>
      <a:folHlink>
        <a:srgbClr val="954F72"/>
      </a:folHlink>
    </a:clrScheme>
    <a:fontScheme name="Nightly Funnel Chec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Microsoft Office PowerPoint</Application>
  <PresentationFormat>Widescreen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JetBrains Mono</vt:lpstr>
      <vt:lpstr>Nightly Funnel Check</vt:lpstr>
      <vt:lpstr>From a one-time finding to a nightly check</vt:lpstr>
      <vt:lpstr>Why monitor at all</vt:lpstr>
      <vt:lpstr>What runs each night</vt:lpstr>
      <vt:lpstr>Three questions, asked every night</vt:lpstr>
      <vt:lpstr>When something breaks, it says so</vt:lpstr>
      <vt:lpstr>What the business gets</vt:lpstr>
      <vt:lpstr>Backup: files and schedule</vt:lpstr>
      <vt:lpstr>Appendix A: the two-explanation simulation (trap.py)</vt:lpstr>
      <vt:lpstr>Appendix B: how the nightly job reports success or failure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Nightly Funnel Check</dc:title>
  <dc:subject/>
  <dc:creator>Owner</dc:creator>
  <cp:lastModifiedBy>Eric Riley</cp:lastModifiedBy>
  <cp:revision>1</cp:revision>
  <dcterms:created xsi:type="dcterms:W3CDTF">2026-10-02T02:20:02Z</dcterms:created>
  <dcterms:modified xsi:type="dcterms:W3CDTF">2026-10-02T02:23:49Z</dcterms:modified>
</cp:coreProperties>
</file>